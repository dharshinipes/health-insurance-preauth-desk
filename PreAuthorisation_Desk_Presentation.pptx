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93C5FD"/>
                </a:solidFill>
              </a:defRPr>
            </a:pPr>
            <a:r>
              <a:t>UE24AM342AA5 — ML System Design &amp; AgentOps</a:t>
            </a:r>
          </a:p>
          <a:p>
            <a:pPr>
              <a:spcAft>
                <a:spcPts val="1600"/>
              </a:spcAft>
              <a:defRPr sz="3600" b="1">
                <a:solidFill>
                  <a:srgbClr val="FFFFFF"/>
                </a:solidFill>
              </a:defRPr>
            </a:pPr>
            <a:r>
              <a:t>Mini Project 03: Health Insurance Pre-Authorisation Desk</a:t>
            </a:r>
          </a:p>
          <a:p>
            <a:pPr>
              <a:spcAft>
                <a:spcPts val="3200"/>
              </a:spcAft>
              <a:defRPr sz="1800">
                <a:solidFill>
                  <a:srgbClr val="E2E8F0"/>
                </a:solidFill>
              </a:defRPr>
            </a:pPr>
            <a:r>
              <a:t>Production Multi-Agent System with Dynamic Modifying Retrieval, Dual-Clause Grounding &amp; Resilience</a:t>
            </a:r>
          </a:p>
          <a:p>
            <a:pPr>
              <a:defRPr sz="1400">
                <a:solidFill>
                  <a:srgbClr val="BFDBFE"/>
                </a:solidFill>
              </a:defRPr>
            </a:pPr>
            <a:r>
              <a:t>Department of Computer Science &amp; Engineering (AI &amp; ML) | PES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UE24AM342AA5 | MINI PROJECT 03 | JACKFRUIT (LEVEL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3A8A"/>
                </a:solidFill>
              </a:defRPr>
            </a:pPr>
            <a:r>
              <a:t>Problem Context &amp; The Pre-Authorisation Dilemma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The Operational Challenge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Hospital TPA desks submit pre-auth requests before planned surgeries.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Insurer medical officers must decide in minutes: covered, and up to what limit?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High cost of error in both directions: Erroneous approval = financial loss; Erroneous denial = IRDAI grievance.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Cover clauses state general eligibility, but waiting periods (24m/36m), exclusions, and sub-limits are buried pages away.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Production mandate: The system NEVER authorizes; it produces grounded recommendations for human Medical Officers.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System Requirements Breakdown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F1-F8: Documented REST interface, quarantine boundary, admission classifier, cited limits, and health logging.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A1-A8: Multi-agent reasoning (Intake + Adjudication), bounded loops (steps/time), async queue, self-verification, and UI.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L1-L6: 2-stage dynamic retrieval, prompt versioning (v1 vs v2), 20-scenario eval suite, guardrails, and cost tracking.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D1-D8: Strict data contract, Docker Compose (4 services), p95 SLO benchmarking, and operational runbook.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UE24AM342AA5 | MINI PROJECT 03 | JACKFRUIT (LEVEL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3A8A"/>
                </a:solidFill>
              </a:defRPr>
            </a:pPr>
            <a:r>
              <a:t>The Difficult Case (Section 4.1): Cataract Surgery at 11 Months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Why Naive Single-Pass RAG Fails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Scenario: Planned Cataract Surgery on a policy issued 11 months ago.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Single-pass embedding search query: 'Cataract surgery coverage'.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Result: Returns Section 1.0 (Inpatient) or Day Care Schedule confirming Cataract is covered.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Fatal flaw: The request never mentions waiting periods, so semantic search completely misses Clause 2.2.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Outcome of fixed pipeline: Erroneous premature approval, causing direct insurer financial loss.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Our Agent's 2-Stage Resolution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Stage 1: Primary cover retrieval locates Clause 1.1 / Day Care Schedule.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Stage 2 (Dynamic Reasoning): Agent identifies 'Cataract' as a specific surgical entity requiring modifying provisions.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Dynamic query triggered: Searches Clause 2.2 ('24-Month Waiting Period for Specified Illnesses').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Calculates policy vintage: 11 months &lt; 24 months mandatory waiting period.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Verdict: Escalates to 'medical-review' citing BOTH SEC-COV-DAYCARE and SEC-WAIT-24M-SPECIFIC.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UE24AM342AA5 | MINI PROJECT 03 | JACKFRUIT (LEVEL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3A8A"/>
                </a:solidFill>
              </a:defRPr>
            </a:pPr>
            <a:r>
              <a:t>Multi-Agent System Architecture &amp; Orchestration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3017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Agent 1: Clinical Intake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Classifies admission (planned, day care, emergency, maternity).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Extracts ICD-10 semantics and calculates policy vintage in months.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Executes 2-stage dynamic retrieval (Cover -&gt; Modifying waiting periods).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Tools: search_daycare, corpus_search, lookup_clause, get_request_field.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3017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Agent 2: Adjudication Agent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Adjudicates coverage position and computes indicative limits.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Enforces room rent 1% caps (SEC-SUBLIM-ROOM) &amp; procedure limits.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Strict Self-Verification (A3): Every citation must resolve to retrieved corpus text.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Routes to: approve-recommended, query-to-hospital, or medical-review.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828800"/>
            <a:ext cx="3017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Bound Orchestrator Loop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Bounded by max 6 steps, max 8 tool calls, and 25s wall-clock time.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Token &amp; per-step cost tracking (Gemini Flash rates).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Circuit Breaker state machine (CLOSED, OPEN, HALF_OPEN).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Async queue decoupled execution with immediate run_id return.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UE24AM342AA5 | MINI PROJECT 03 | JACKFRUIT (LEVEL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3A8A"/>
                </a:solidFill>
              </a:defRPr>
            </a:pPr>
            <a:r>
              <a:t>Ingestion Boundary, Quarantine &amp; LLM Guardrails (D1, L4)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Strict Ingestion Contract (D1, F2)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Schema, type, range, and categorical validation via Pydantic.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Cross-field rule: Discharge date cannot precede Admission date.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Cross-field rule: Day-care requires same-day discharge and zero room rent.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Cross-field rule: Maternity requires female gender and age &gt;= 18.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Quarantine Quarantine: Rejected records saved to disk with field-level errors; zero agent runs initiated.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Adversarial Defense (L4)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Prompt Injection Defense: Regex &amp; semantic filters detect 'ignore previous instructions', 'system override', 'DAN mode'.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Toxicity filter blocks abusive/fraudulent payloads.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Authority Boundary Guardrail: Output filter strips unauthorized binding declarations ('insurer guarantees 100%').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Mandatory Legal Disclaimer automatically appended to every response.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UE24AM342AA5 | MINI PROJECT 03 | JACKFRUIT (LEVEL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3A8A"/>
                </a:solidFill>
              </a:defRPr>
            </a:pPr>
            <a:r>
              <a:t>Benchmark &amp; LLMOps Evaluation (20 Scenarios) (L2, L3)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Evaluation Methodology (TruLens Metrics)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Fixed evaluation suite of 20 diverse clinical scenarios in JSON.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Groundedness: Ratio of cited assertions anchored in retrieved text.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Context Relevance: Ratio of retrieved provisions pertinent to the clinical case.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Faithfulness: Agreement between verdict and waiting-period/exclusion rules.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Hallucination Rate: 1.0 - Faithfulness.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Evaluates Scenario 4.1, PED disclosures, emergency trauma, and exclusions.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Prompt Variant Comparison (L2)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Prompt v1 (Concise single-pass):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  - Routing Accuracy: 80.0% | Groundedness: 0.600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  - Faithfulness: 0.650 | Hallucination: 0.350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Prompt v2 (Verified CoT with 2-Stage Retrieval):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  - Routing Accuracy: 100.0% (+20.0%)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  - Groundedness: 0.925 (+0.325) | Faithfulness: 0.900 (+0.250)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  - Hallucination Rate: 0.100 (-0.250)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Cost per 100 runs: $0.004032 (Ultra cost-effective).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UE24AM342AA5 | MINI PROJECT 03 | JACKFRUIT (LEVEL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3A8A"/>
                </a:solidFill>
              </a:defRPr>
            </a:pPr>
            <a:r>
              <a:t>Reliability, Circuit Breaker &amp; Deployment (A5, D3, A7)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Fault Tolerance &amp; Circuit Breaker (A5)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Trips to OPEN after 3 consecutive provider failures / timeouts.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Graceful Degradation: When OPEN, immediately routes to 'medical-review' without waiting for timeout.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Bounded retry with exponential backoff on transient errors.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In-memory / Redis caching of queries &amp; embeddings (D7) reduces latency from ~70ms to &lt;2ms.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Production Docker Architecture (D3, A7)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4 Service Boundaries under Docker Compose: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  1. api: FastAPI REST gateway &amp; Web UI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  2. agent-worker: Asynchronous multi-agent execution worker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  3. redis: Distributed task queue &amp; cache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  4. prometheus: Time-series metrics scraper (/metrics)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Horizontal Worker Scaling: 'docker compose up --scale agent-worker=3' works seamlessly.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UE24AM342AA5 | MINI PROJECT 03 | JACKFRUIT (LEVEL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3A8A"/>
                </a:solidFill>
              </a:defRPr>
            </a:pPr>
            <a:r>
              <a:t>Service Level Objective (SLO) &amp; Locust Load Testing (D6)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Declared SLO Target (Pre-Measurement)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SLO Declaration: End-to-end run latency p95 &lt;= 2.50s (2500 ms).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Justification: Pre-auth decisions must beat human desk speed (several minutes) while handling high hospital peak volumes.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End-to-End Scope: Measures complete lifecycle from POST submission, queue transit, reasoning, to polling completion.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Stub Service: Evaluated against deterministic stub to test system concurrency rather than upstream rate limits.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Locust Benchmark Findings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Achieved p50 Latency: ~65 ms | Achieved p95 Latency: ~140 ms.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Target Met: Confirmed p95 (140 ms) &lt;&lt; Declared SLO (2500 ms).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Throughput: Exceeds 250 requests per second under multi-worker scaling.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Bottleneck Identification: Under extreme concurrency (500+ users), queue polling frequency is the primary saturation point.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UE24AM342AA5 | MINI PROJECT 03 | JACKFRUIT (LEVEL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3A8A"/>
                </a:solidFill>
              </a:defRPr>
            </a:pPr>
            <a:r>
              <a:t>Demonstration Verification Matrix (All 10 Items Ready)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Items 1 to 5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1. Docker compose up from clean clone: 4 healthy services.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2. Valid request producing routed recommendation with citations.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3. Traced end-to-end: Tool calls, queries, passages, prompt version, latency, cost.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4. Malformed request quarantined: Zero agent runs initiated.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5. Out-of-corpus procedure: Escalated to human without hallucination.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Items 6 to 10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6. Self-verification catching unsupported answer &amp; escalating.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7. Prompt injection attack caught by input guardrail.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8. Circuit breaker toggles to OPEN with graceful degradation.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9. Locust load test confirms declared p95 SLO compliance.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10. Section 4.1 Difficult Case: Cataract at 11m vintage correctly cites both Cover and 24m Waiting Period!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UE24AM342AA5 | MINI PROJECT 03 | JACKFRUIT (LEVEL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3A8A"/>
                </a:solidFill>
              </a:defRPr>
            </a:pPr>
            <a:r>
              <a:t>Summary, Design Judgement &amp; Repository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What Worked vs What Was Rejected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What Worked: 2-stage dynamic agent retrieval reliably solved the multi-clause cross-referencing dilemma.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What Worked: Decoupled async queue prevents gateway timeouts on multi-step reasoning.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What Was Rejected: Single-pass dense embeddings without metadata (missed waiting periods).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What Was Rejected: Fixed pipelines without self-verification (hallucinated citations).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Deliverables Checklist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Working Repository: Clean Git repository with complete commit history.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Corpus &amp; Index: Retail policy wording + day-care schedule + idempotent indexer.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Web Client UI: Interactive single-page app for live evaluation.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Runbook &amp; Incidents: RUNBOOK.md documenting top failure modes and development post-mortems.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</a:defRPr>
            </a:pPr>
            <a:r>
              <a:t>• Presentation: 10-slide PowerPoint deck &amp; presentation guide.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