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3C5FD"/>
                </a:solidFill>
              </a:defRPr>
            </a:pPr>
            <a:r>
              <a:t>UE24AM342AA5 — ML System Design &amp; AgentOps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Mini Project 03: Health Insurance Pre-Authorisation Desk</a:t>
            </a:r>
          </a:p>
          <a:p>
            <a:pPr>
              <a:spcAft>
                <a:spcPts val="2800"/>
              </a:spcAft>
              <a:defRPr sz="1700">
                <a:solidFill>
                  <a:srgbClr val="E2E8F0"/>
                </a:solidFill>
              </a:defRPr>
            </a:pPr>
            <a:r>
              <a:t>Production Multi-Agent System with Dynamic Modifying Retrieval, Dual-Clause Grounding &amp; Resilience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Student: Dharshini V (SRN: PES1UG24AM428) &amp; Team  |  Component: Jackfruit (Level 3, 10 Marks)</a:t>
            </a:r>
            <a:br/>
            <a:r>
              <a:t>Department of Computer Science &amp; Engineering (AI &amp; ML) |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Problem Context &amp; The Pre-Authorisation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The Operational Challenge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Hospital TPA desks submit pre-auth requests before planned admissions.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Underwriters must answer in minutes: Is it covered, and up to what limit?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High Stakes: Erroneous approval = direct insurer claim loss; Erroneous denial = consumer lawsuit &amp; IRDAI grievance.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Corpus Fragmentation: Cover clauses state general cover, but waiting periods, sub-limits, and exclusions are located 12+ pages away.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Core Mandate: The automated system NEVER authorizes an admission; it produces evidence-grounded recommendations for human Medical Officers.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System Requirements Breakdown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F1-F8: Documented REST interface, quarantine boundary, admission classifier, cited limits, and health logging.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A1-A8: Multi-agent reasoning (Intake + Adjudication), bounded loops (steps/time), async queue, self-verification, and UI.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L1-L6: 2-stage dynamic retrieval, prompt versioning (v1 vs v2), 20-scenario eval suite, guardrails, and cost tracking.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D1-D8: Strict data contract, Docker Compose (4 services), p95 SLO benchmarking, and operational runbook.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The Difficult Case (Section 4.1): Cataract at 11 Months Vintage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Why Naive Single-Pass RAG Fails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Scenario: Planned Cataract Surgery on a policy issued 11 months ago.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Single-pass search query: 'Planned cataract surgery with IOL'.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Result: Returns Section 1.0 (Inpatient) or Day Care Schedule confirming Cataract is covered.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Fatal flaw: The request never mentions waiting periods, so semantic search completely misses Clause 2.2.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Outcome of fixed pipeline: Erroneous premature approval, causing direct insurer underwriting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Our Agent's 2-Stage Resolution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Stage 1: Primary cover retrieval locates Clause 1.1 / Day Care Schedule.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Stage 2 (Dynamic Reasoning): Agent identifies 'Cataract' as a specific surgical entity requiring modifying provisions.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Dynamic query triggered: Searches Clause 2.2 ('24-Month Waiting Period for Specified Illnesses').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Calculates policy vintage: 11 months &lt; 24 months mandatory waiting period.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Verdict: Escalates to 'medical-review' citing BOTH SEC-COV-DAYCARE and SEC-WAIT-24M-SPECIFIC.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Multi-Agent Architecture &amp; Topology (A1, A2)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Agent 1: Clinical Intake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Classifies admission (planned, day care, emergency, maternity).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Extracts ICD-10 semantics and calculates policy vintage in months.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Executes 2-stage dynamic retrieval (Cover -&gt; Modifying waiting periods).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Tools: search_daycare, corpus_search, lookup_clause, get_request_field.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7335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Agent 2: Adjudication Agent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Adjudicates coverage position and computes indicative limits.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Enforces room rent 1% caps (SEC-SUBLIM-ROOM) &amp; procedure limits.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Strict Self-Verification (A3): Every citation must resolve to retrieved corpus text.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Routes to: approve-recommended, query-to-hospital, or medical-review.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7335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Bound Orchestrator Loop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Bounded by max 6 steps, max 8 tool calls, and 25s wall-clock time.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Token &amp; per-step cost tracking (Gemini Flash rates).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Circuit Breaker state machine (CLOSED, OPEN, HALF_OPEN).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Async queue decoupled execution with immediate run_id return.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Ingestion Boundary &amp; Quarantine Engine (D1, F1, F2)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Strict Ingestion Contract (D1, F2)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Schema, type, range, and categorical validation via Pydantic.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Cross-field rule: Discharge date cannot precede Admission date.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Cross-field rule: Day-care requires same-day discharge and zero room rent.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Cross-field rule: Maternity requires female gender and age &gt;= 18.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Daily room rent cannot exceed total estimated hospital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Quarantine Mechanism (Demo Item 4)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Agent Run Mandate: Malformed records must not initiate an LLM agent run.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Immediate HTTP 422: Rejected records return structured validation errors.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Audit Trail: Payload + field-level errors persisted to data/quarantine/{qid}.json.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Inspector Endpoint: GET /api/v1/quarantine allows auditing all rejected submissions.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Dynamic 2-Stage Retrieval vs Fixed Pipeline (Section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Fixed Pipeline (Standard RAG)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Ingests request text as a static query.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Executes single similarity search across policy embeddings.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Feeds top-k passages directly into generator prompt.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Failure: Inability to detect unmentioned constraints. The system has no mechanism to ask: 'What modifying conditions apply to this surgery?'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Result: Hallucinated approvals on unserved waiting periods.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Autonomous 2-Stage Agent Loop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Retrieves primary cover clause (e.g. Inpatient / Day Care).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Inspects clinical entities against known statutory categories (Cataract, Hernia, Joint, PED, Maternity).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Synthesizes targeted secondary query derived from findings.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Retrieves modifying provisions (Clause 2.2, 2.3, 2.4, 3.0).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Self-verifies support before synthesizing final recommendation.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Strict Self-Verification &amp; Safety Guardrails (A3, L4)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Strict Self-Verification Loop (A3)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Grounding Check: Every cited clause ID must resolve to retrieved text.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Approval Guard: Approvals without authoritative coverage citations are blocked.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Escalation Trigger: Unverified assertions trigger immediate escalation to medical-review.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Fabrication: The system chooses human review over generating an ungrounded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Adversarial &amp; Output Guardrails (L4)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Prompt Injection Defense: Regex &amp; semantic filters detect 'ignore previous rules', 'system override', 'DAN mode'.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Toxicity filter blocks abusive/fraudulent payloads.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Authority Boundary Guardrail: Output filter strips unauthorized binding declarations ('insurer guarantees payment').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Mandatory Legal Disclaimer automatically appended to every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Benchmark Evaluation: 20 Scenarios (L2, L3)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Evaluation Methodology (TruLens Metrics)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Fixed suite of 20 diverse clinical scenarios in data/eval_scenarios.json.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Groundedness: Ratio of cited assertions anchored in retrieved passages.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Context Relevance: Ratio of retrieved provisions pertinent to the clinical case.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Faithfulness: Agreement between verdict and waiting-period/exclusion rules.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Hallucination Rate: 1.0 - Faithfulness.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 Runner: Runnable as a batch from command line via 'python -m src.evaluator'.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Prompt Variant Comparison (L2)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Prompt v1 (Concise single-pass):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Routing Accuracy: 80.0%  | Groundedness: 0.600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Faithfulness: 0.650      | Hallucination Rate: 0.350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Prompt v2 (Verified CoT with 2-Stage Retrieval):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Routing Accuracy: 100.0% (+20.0%)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Groundedness: 0.925 (+0.325)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Faithfulness: 0.900 (+0.250)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- Hallucination Rate: 0.100 (-25.0% reduction)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Cost per 100 runs: $0.004032 (Ultra cost-effective).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Operational Resilience &amp; Circuit Breaker (A5)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Circuit Breaker State Machine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Trips to OPEN after 3 consecutive provider failures / timeouts.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Auto-Reset: Transitions to HALF_OPEN after 30 seconds (CB_RESET_TIMEOUT_SEC).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Admin Endpoint: POST /api/v1/admin/circuit-breaker/toggle allows simulated testing.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UI Integration: Top-bar badge indicates live status (CLOSED vs OPEN).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Graceful Degradation Fallback (Demo Item 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When OPEN, incoming runs do NOT fail with 500 errors or time out.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Immediate Routing: Requests route directly to human 'medical-review'.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Reason Stated: 'Circuit breaker OPEN: upstream provider unavailable'.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Sub-second Execution: Fallback executes in ~2ms without wasting LLM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Container Architecture &amp; Worker Scaling (D3, A7)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4 Service Boundaries (D3)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api: FastAPI gateway enforcing contracts, guardrails &amp; Web UI.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agent-worker: Background worker executing multi-agent reasoning.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redis: Distributed task queue &amp; cache store (3600s TTL).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prometheus: Observability scraping /metrics every 5 seconds.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Clean Clone: Launches seamlessly with 'docker compose up -d'.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Horizontal Worker Scaling (A7)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Command: 'docker compose up --scale agent-worker=3 -d'.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Load Distribution: Multiple workers pop tasks concurrently from Redis queue.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Multiplier: Worker scaling increases queue throughput from ~90 RPS to 264+ RPS.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Eliminates run queuing delays during peak hospital admission surges.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SLO Declaration, Load Testing &amp; Costs (D6, L5)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Declared SLO vs Measured Results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Declared Target SLO: End-to-end run p95 &lt;= 2.50s (2500 ms).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Justification: Must beat human desk speed (15-30 mins) while sustaining peak TPA load.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Measured p50: ~65.0 ms  |  Measured p95: ~140.0 ms (Met by 18x margin).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Locust Load Test: Tested with realistic async polling in stub mode.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Bottleneck: Single-worker run-state contention at 450+ concurrent users; resolved via worker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Cost Accounting per 100 Runs (L5)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Gemini 1.5 Flash Pricing: $0.075 / 1M prompt, $0.30 / 1M completion.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Average Prompt Tokens / Run: 184 tokens.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Average Completion Tokens / Run: 90 tokens.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Total Cost per 100 Runs: $0.004032 (&lt; half a cent).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Primary Cost Driver: Stage 2 adjudication reasoning (68% of token spend due to clause context injection).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UE24AM342AA5 | MINI PROJECT 03 | JACKFRUIT (LEVEL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Demonstration Verification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All 10 Demonstration Items Ready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Docker compose up from clean clone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Valid request producing routed recommendation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Traced end-to-end with per-step latency and cost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Malformed request quarantined (Zero agent runs)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Out-of-corpus condition safely escalated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6. Self-verification catching ungrounded answers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7. Prompt injection attack blocked by guardrail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8. Circuit breaker opening with graceful degradation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9. Locust results confirming declared p95 SLO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10. Section 4.1 Difficult Case (Cataract 11m) handled correctly!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Conclusion &amp; Deliverables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GitHub Repo: https://github.com/DharshiniPES/health-insurance-preauth-desk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Final Report: Mini_Project_03_Final_Report.docx and FINAL_REPORT.md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Presentation: PreAuthorisation_Desk_Presentation.pptx and PRESENTATION.md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Key Takeaway: Autonomous multi-agent systems with active self-verification and operational guardrails transform fragile pipelines into production-grade clinical desks.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